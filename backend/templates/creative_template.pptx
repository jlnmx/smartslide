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Creative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Creative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Isosceles Triangle 3"/>
          <p:cNvSpPr/>
          <p:nvPr/>
        </p:nvSpPr>
        <p:spPr>
          <a:xfrm>
            <a:off x="457200" y="3657600"/>
            <a:ext cx="1828800" cy="1828800"/>
          </a:xfrm>
          <a:prstGeom prst="triangle">
            <a:avLst/>
          </a:prstGeom>
          <a:solidFill>
            <a:srgbClr val="FF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