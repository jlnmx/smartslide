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Anton" charset="1" panose="00000500000000000000"/>
      <p:regular r:id="rId10"/>
    </p:embeddedFont>
    <p:embeddedFont>
      <p:font typeface="Canva Sans" charset="1" panose="020B05030305010401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38607"/>
            <a:ext cx="10828465" cy="11553120"/>
            <a:chOff x="0" y="0"/>
            <a:chExt cx="2851941" cy="3042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1941" cy="3042797"/>
            </a:xfrm>
            <a:custGeom>
              <a:avLst/>
              <a:gdLst/>
              <a:ahLst/>
              <a:cxnLst/>
              <a:rect r="r" b="b" t="t" l="l"/>
              <a:pathLst>
                <a:path h="3042797" w="2851941">
                  <a:moveTo>
                    <a:pt x="0" y="0"/>
                  </a:moveTo>
                  <a:lnTo>
                    <a:pt x="2851941" y="0"/>
                  </a:lnTo>
                  <a:lnTo>
                    <a:pt x="2851941" y="3042797"/>
                  </a:lnTo>
                  <a:lnTo>
                    <a:pt x="0" y="3042797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51941" cy="3080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95330" y="-2343549"/>
            <a:ext cx="9993273" cy="9843745"/>
            <a:chOff x="0" y="0"/>
            <a:chExt cx="13324364" cy="13124994"/>
          </a:xfrm>
        </p:grpSpPr>
        <p:grpSp>
          <p:nvGrpSpPr>
            <p:cNvPr name="Group 6" id="6"/>
            <p:cNvGrpSpPr/>
            <p:nvPr/>
          </p:nvGrpSpPr>
          <p:grpSpPr>
            <a:xfrm rot="-3047479">
              <a:off x="1765421" y="3447394"/>
              <a:ext cx="4015997" cy="4136341"/>
              <a:chOff x="0" y="0"/>
              <a:chExt cx="793283" cy="81705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93283" cy="817055"/>
              </a:xfrm>
              <a:custGeom>
                <a:avLst/>
                <a:gdLst/>
                <a:ahLst/>
                <a:cxnLst/>
                <a:rect r="r" b="b" t="t" l="l"/>
                <a:pathLst>
                  <a:path h="817055" w="793283">
                    <a:moveTo>
                      <a:pt x="0" y="0"/>
                    </a:moveTo>
                    <a:lnTo>
                      <a:pt x="793283" y="0"/>
                    </a:lnTo>
                    <a:lnTo>
                      <a:pt x="793283" y="817055"/>
                    </a:lnTo>
                    <a:lnTo>
                      <a:pt x="0" y="817055"/>
                    </a:lnTo>
                    <a:close/>
                  </a:path>
                </a:pathLst>
              </a:custGeom>
              <a:solidFill>
                <a:srgbClr val="FFFFFF">
                  <a:alpha val="33725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793283" cy="855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3047479">
              <a:off x="5085212" y="6180301"/>
              <a:ext cx="4015997" cy="4136341"/>
              <a:chOff x="0" y="0"/>
              <a:chExt cx="793283" cy="8170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93283" cy="817055"/>
              </a:xfrm>
              <a:custGeom>
                <a:avLst/>
                <a:gdLst/>
                <a:ahLst/>
                <a:cxnLst/>
                <a:rect r="r" b="b" t="t" l="l"/>
                <a:pathLst>
                  <a:path h="817055" w="793283">
                    <a:moveTo>
                      <a:pt x="0" y="0"/>
                    </a:moveTo>
                    <a:lnTo>
                      <a:pt x="793283" y="0"/>
                    </a:lnTo>
                    <a:lnTo>
                      <a:pt x="793283" y="817055"/>
                    </a:lnTo>
                    <a:lnTo>
                      <a:pt x="0" y="817055"/>
                    </a:lnTo>
                    <a:close/>
                  </a:path>
                </a:pathLst>
              </a:custGeom>
              <a:solidFill>
                <a:srgbClr val="FFFFFF">
                  <a:alpha val="33725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793283" cy="855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3047479">
              <a:off x="5085212" y="795111"/>
              <a:ext cx="4015997" cy="4136341"/>
              <a:chOff x="0" y="0"/>
              <a:chExt cx="793283" cy="8170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93283" cy="817055"/>
              </a:xfrm>
              <a:custGeom>
                <a:avLst/>
                <a:gdLst/>
                <a:ahLst/>
                <a:cxnLst/>
                <a:rect r="r" b="b" t="t" l="l"/>
                <a:pathLst>
                  <a:path h="817055" w="793283">
                    <a:moveTo>
                      <a:pt x="0" y="0"/>
                    </a:moveTo>
                    <a:lnTo>
                      <a:pt x="793283" y="0"/>
                    </a:lnTo>
                    <a:lnTo>
                      <a:pt x="793283" y="817055"/>
                    </a:lnTo>
                    <a:lnTo>
                      <a:pt x="0" y="817055"/>
                    </a:lnTo>
                    <a:close/>
                  </a:path>
                </a:pathLst>
              </a:custGeom>
              <a:solidFill>
                <a:srgbClr val="FFFFFF">
                  <a:alpha val="33725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793283" cy="855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3047479">
              <a:off x="8444497" y="3525609"/>
              <a:ext cx="4015997" cy="4136341"/>
              <a:chOff x="0" y="0"/>
              <a:chExt cx="793283" cy="81705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93283" cy="817055"/>
              </a:xfrm>
              <a:custGeom>
                <a:avLst/>
                <a:gdLst/>
                <a:ahLst/>
                <a:cxnLst/>
                <a:rect r="r" b="b" t="t" l="l"/>
                <a:pathLst>
                  <a:path h="817055" w="793283">
                    <a:moveTo>
                      <a:pt x="0" y="0"/>
                    </a:moveTo>
                    <a:lnTo>
                      <a:pt x="793283" y="0"/>
                    </a:lnTo>
                    <a:lnTo>
                      <a:pt x="793283" y="817055"/>
                    </a:lnTo>
                    <a:lnTo>
                      <a:pt x="0" y="817055"/>
                    </a:lnTo>
                    <a:close/>
                  </a:path>
                </a:pathLst>
              </a:custGeom>
              <a:solidFill>
                <a:srgbClr val="FFFFFF">
                  <a:alpha val="33725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793283" cy="855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3047479">
              <a:off x="863871" y="8193541"/>
              <a:ext cx="4015997" cy="4136341"/>
              <a:chOff x="0" y="0"/>
              <a:chExt cx="793283" cy="81705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93283" cy="817055"/>
              </a:xfrm>
              <a:custGeom>
                <a:avLst/>
                <a:gdLst/>
                <a:ahLst/>
                <a:cxnLst/>
                <a:rect r="r" b="b" t="t" l="l"/>
                <a:pathLst>
                  <a:path h="817055" w="793283">
                    <a:moveTo>
                      <a:pt x="0" y="0"/>
                    </a:moveTo>
                    <a:lnTo>
                      <a:pt x="793283" y="0"/>
                    </a:lnTo>
                    <a:lnTo>
                      <a:pt x="793283" y="817055"/>
                    </a:lnTo>
                    <a:lnTo>
                      <a:pt x="0" y="817055"/>
                    </a:lnTo>
                    <a:close/>
                  </a:path>
                </a:pathLst>
              </a:custGeom>
              <a:solidFill>
                <a:srgbClr val="FFFFFF">
                  <a:alpha val="33725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793283" cy="8551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1250137">
            <a:off x="11688715" y="3346812"/>
            <a:ext cx="10008356" cy="10223958"/>
            <a:chOff x="0" y="0"/>
            <a:chExt cx="13344474" cy="13631944"/>
          </a:xfrm>
        </p:grpSpPr>
        <p:grpSp>
          <p:nvGrpSpPr>
            <p:cNvPr name="Group 22" id="22"/>
            <p:cNvGrpSpPr/>
            <p:nvPr/>
          </p:nvGrpSpPr>
          <p:grpSpPr>
            <a:xfrm rot="1637322">
              <a:off x="2749854" y="1567097"/>
              <a:ext cx="9027523" cy="9027523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33350" cap="sq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1637322">
              <a:off x="1118921" y="6067290"/>
              <a:ext cx="6445733" cy="6445733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33350" cap="sq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459978" y="3130942"/>
            <a:ext cx="9908508" cy="220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3"/>
              </a:lnSpc>
            </a:pPr>
            <a:r>
              <a:rPr lang="en-US" sz="12859" spc="733">
                <a:solidFill>
                  <a:srgbClr val="F1F8FF"/>
                </a:solidFill>
                <a:latin typeface="Anton"/>
                <a:ea typeface="Anton"/>
                <a:cs typeface="Anton"/>
                <a:sym typeface="Anton"/>
              </a:rPr>
              <a:t>Title Here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9978" y="5477624"/>
            <a:ext cx="10017913" cy="124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27"/>
              </a:lnSpc>
            </a:pPr>
            <a:r>
              <a:rPr lang="en-US" sz="7305" spc="416">
                <a:solidFill>
                  <a:srgbClr val="002E49"/>
                </a:solidFill>
                <a:latin typeface="Anton"/>
                <a:ea typeface="Anton"/>
                <a:cs typeface="Anton"/>
                <a:sym typeface="Anton"/>
              </a:rPr>
              <a:t>Description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5187" y="754637"/>
            <a:ext cx="16701204" cy="8792809"/>
            <a:chOff x="0" y="0"/>
            <a:chExt cx="4398671" cy="2315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8671" cy="2315802"/>
            </a:xfrm>
            <a:custGeom>
              <a:avLst/>
              <a:gdLst/>
              <a:ahLst/>
              <a:cxnLst/>
              <a:rect r="r" b="b" t="t" l="l"/>
              <a:pathLst>
                <a:path h="2315802" w="4398671">
                  <a:moveTo>
                    <a:pt x="46355" y="0"/>
                  </a:moveTo>
                  <a:lnTo>
                    <a:pt x="4352316" y="0"/>
                  </a:lnTo>
                  <a:cubicBezTo>
                    <a:pt x="4377917" y="0"/>
                    <a:pt x="4398671" y="20754"/>
                    <a:pt x="4398671" y="46355"/>
                  </a:cubicBezTo>
                  <a:lnTo>
                    <a:pt x="4398671" y="2269446"/>
                  </a:lnTo>
                  <a:cubicBezTo>
                    <a:pt x="4398671" y="2295048"/>
                    <a:pt x="4377917" y="2315802"/>
                    <a:pt x="4352316" y="2315802"/>
                  </a:cubicBezTo>
                  <a:lnTo>
                    <a:pt x="46355" y="2315802"/>
                  </a:lnTo>
                  <a:cubicBezTo>
                    <a:pt x="20754" y="2315802"/>
                    <a:pt x="0" y="2295048"/>
                    <a:pt x="0" y="2269446"/>
                  </a:cubicBezTo>
                  <a:lnTo>
                    <a:pt x="0" y="46355"/>
                  </a:lnTo>
                  <a:cubicBezTo>
                    <a:pt x="0" y="20754"/>
                    <a:pt x="20754" y="0"/>
                    <a:pt x="463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8671" cy="2353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1999" y="1139426"/>
            <a:ext cx="6509742" cy="112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8"/>
              </a:lnSpc>
            </a:pPr>
            <a:r>
              <a:rPr lang="en-US" sz="6613" spc="203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Subheading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6732" y="2466916"/>
            <a:ext cx="15178133" cy="58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0994" indent="-365497" lvl="1">
              <a:lnSpc>
                <a:spcPts val="4740"/>
              </a:lnSpc>
              <a:buFont typeface="Arial"/>
              <a:buChar char="•"/>
            </a:pPr>
            <a:r>
              <a:rPr lang="en-US" sz="3385">
                <a:solidFill>
                  <a:srgbClr val="002E49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5187" y="754637"/>
            <a:ext cx="16701204" cy="8792809"/>
            <a:chOff x="0" y="0"/>
            <a:chExt cx="4398671" cy="2315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8671" cy="2315802"/>
            </a:xfrm>
            <a:custGeom>
              <a:avLst/>
              <a:gdLst/>
              <a:ahLst/>
              <a:cxnLst/>
              <a:rect r="r" b="b" t="t" l="l"/>
              <a:pathLst>
                <a:path h="2315802" w="4398671">
                  <a:moveTo>
                    <a:pt x="46355" y="0"/>
                  </a:moveTo>
                  <a:lnTo>
                    <a:pt x="4352316" y="0"/>
                  </a:lnTo>
                  <a:cubicBezTo>
                    <a:pt x="4377917" y="0"/>
                    <a:pt x="4398671" y="20754"/>
                    <a:pt x="4398671" y="46355"/>
                  </a:cubicBezTo>
                  <a:lnTo>
                    <a:pt x="4398671" y="2269446"/>
                  </a:lnTo>
                  <a:cubicBezTo>
                    <a:pt x="4398671" y="2295048"/>
                    <a:pt x="4377917" y="2315802"/>
                    <a:pt x="4352316" y="2315802"/>
                  </a:cubicBezTo>
                  <a:lnTo>
                    <a:pt x="46355" y="2315802"/>
                  </a:lnTo>
                  <a:cubicBezTo>
                    <a:pt x="20754" y="2315802"/>
                    <a:pt x="0" y="2295048"/>
                    <a:pt x="0" y="2269446"/>
                  </a:cubicBezTo>
                  <a:lnTo>
                    <a:pt x="0" y="46355"/>
                  </a:lnTo>
                  <a:cubicBezTo>
                    <a:pt x="0" y="20754"/>
                    <a:pt x="20754" y="0"/>
                    <a:pt x="463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8671" cy="2353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1999" y="1139426"/>
            <a:ext cx="6509742" cy="112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8"/>
              </a:lnSpc>
            </a:pPr>
            <a:r>
              <a:rPr lang="en-US" sz="6613" spc="203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Subheading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6732" y="2466916"/>
            <a:ext cx="15178133" cy="58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0994" indent="-365497" lvl="1">
              <a:lnSpc>
                <a:spcPts val="4740"/>
              </a:lnSpc>
              <a:buFont typeface="Arial"/>
              <a:buChar char="•"/>
            </a:pPr>
            <a:r>
              <a:rPr lang="en-US" sz="3385">
                <a:solidFill>
                  <a:srgbClr val="002E49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5187" y="754637"/>
            <a:ext cx="16701204" cy="8792809"/>
            <a:chOff x="0" y="0"/>
            <a:chExt cx="4398671" cy="2315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8671" cy="2315802"/>
            </a:xfrm>
            <a:custGeom>
              <a:avLst/>
              <a:gdLst/>
              <a:ahLst/>
              <a:cxnLst/>
              <a:rect r="r" b="b" t="t" l="l"/>
              <a:pathLst>
                <a:path h="2315802" w="4398671">
                  <a:moveTo>
                    <a:pt x="46355" y="0"/>
                  </a:moveTo>
                  <a:lnTo>
                    <a:pt x="4352316" y="0"/>
                  </a:lnTo>
                  <a:cubicBezTo>
                    <a:pt x="4377917" y="0"/>
                    <a:pt x="4398671" y="20754"/>
                    <a:pt x="4398671" y="46355"/>
                  </a:cubicBezTo>
                  <a:lnTo>
                    <a:pt x="4398671" y="2269446"/>
                  </a:lnTo>
                  <a:cubicBezTo>
                    <a:pt x="4398671" y="2295048"/>
                    <a:pt x="4377917" y="2315802"/>
                    <a:pt x="4352316" y="2315802"/>
                  </a:cubicBezTo>
                  <a:lnTo>
                    <a:pt x="46355" y="2315802"/>
                  </a:lnTo>
                  <a:cubicBezTo>
                    <a:pt x="20754" y="2315802"/>
                    <a:pt x="0" y="2295048"/>
                    <a:pt x="0" y="2269446"/>
                  </a:cubicBezTo>
                  <a:lnTo>
                    <a:pt x="0" y="46355"/>
                  </a:lnTo>
                  <a:cubicBezTo>
                    <a:pt x="0" y="20754"/>
                    <a:pt x="20754" y="0"/>
                    <a:pt x="463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98671" cy="2353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15798" y="1263251"/>
            <a:ext cx="7730669" cy="773066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0146" y="0"/>
                  </a:moveTo>
                  <a:lnTo>
                    <a:pt x="712654" y="0"/>
                  </a:lnTo>
                  <a:cubicBezTo>
                    <a:pt x="767963" y="0"/>
                    <a:pt x="812800" y="44837"/>
                    <a:pt x="812800" y="100146"/>
                  </a:cubicBezTo>
                  <a:lnTo>
                    <a:pt x="812800" y="712654"/>
                  </a:lnTo>
                  <a:cubicBezTo>
                    <a:pt x="812800" y="767963"/>
                    <a:pt x="767963" y="812800"/>
                    <a:pt x="712654" y="812800"/>
                  </a:cubicBezTo>
                  <a:lnTo>
                    <a:pt x="100146" y="812800"/>
                  </a:lnTo>
                  <a:cubicBezTo>
                    <a:pt x="44837" y="812800"/>
                    <a:pt x="0" y="767963"/>
                    <a:pt x="0" y="712654"/>
                  </a:cubicBezTo>
                  <a:lnTo>
                    <a:pt x="0" y="100146"/>
                  </a:lnTo>
                  <a:cubicBezTo>
                    <a:pt x="0" y="44837"/>
                    <a:pt x="44837" y="0"/>
                    <a:pt x="10014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601999" y="1139426"/>
            <a:ext cx="6509742" cy="112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8"/>
              </a:lnSpc>
            </a:pPr>
            <a:r>
              <a:rPr lang="en-US" sz="6613" spc="203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Subheading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1999" y="2482000"/>
            <a:ext cx="7153624" cy="58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0994" indent="-365497" lvl="1">
              <a:lnSpc>
                <a:spcPts val="4740"/>
              </a:lnSpc>
              <a:buFont typeface="Arial"/>
              <a:buChar char="•"/>
            </a:pPr>
            <a:r>
              <a:rPr lang="en-US" sz="3385">
                <a:solidFill>
                  <a:srgbClr val="002E49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DAGoP-cJqU4</dc:identifier>
  <dcterms:modified xsi:type="dcterms:W3CDTF">2011-08-01T06:04:30Z</dcterms:modified>
  <cp:revision>1</cp:revision>
  <dc:title>ABSTRACT</dc:title>
</cp:coreProperties>
</file>